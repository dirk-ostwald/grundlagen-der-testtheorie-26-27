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7559675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5" autoAdjust="0"/>
    <p:restoredTop sz="94660"/>
  </p:normalViewPr>
  <p:slideViewPr>
    <p:cSldViewPr snapToGrid="0">
      <p:cViewPr varScale="1">
        <p:scale>
          <a:sx n="169" d="100"/>
          <a:sy n="169" d="100"/>
        </p:scale>
        <p:origin x="69" y="2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647957"/>
            <a:ext cx="5669756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079510"/>
            <a:ext cx="5669756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06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817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987058"/>
            <a:ext cx="6520220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2649565"/>
            <a:ext cx="6520220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82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82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82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3838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053960"/>
            <a:ext cx="3212862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053960"/>
            <a:ext cx="3212862" cy="25120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193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10792"/>
            <a:ext cx="6520220" cy="76526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970560"/>
            <a:ext cx="3198097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446217"/>
            <a:ext cx="3198097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970560"/>
            <a:ext cx="3213847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446217"/>
            <a:ext cx="3213847" cy="212716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623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4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68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3948"/>
            <a:ext cx="2438192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570055"/>
            <a:ext cx="3827085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187768"/>
            <a:ext cx="2438192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93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3948"/>
            <a:ext cx="2438192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570055"/>
            <a:ext cx="3827085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187768"/>
            <a:ext cx="2438192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76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04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210792"/>
            <a:ext cx="1630055" cy="335526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10792"/>
            <a:ext cx="4795669" cy="335526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50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10792"/>
            <a:ext cx="6520220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053960"/>
            <a:ext cx="6520220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3669615"/>
            <a:ext cx="1700927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DFA0B-3938-41E0-AA8A-EFDB011E5889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3669615"/>
            <a:ext cx="2551390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3669615"/>
            <a:ext cx="1700927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00908-9FDA-419B-8A58-CCC1DB8234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7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75301F9-08DC-BDDF-C2A8-061C9AF3D6D6}"/>
              </a:ext>
            </a:extLst>
          </p:cNvPr>
          <p:cNvSpPr txBox="1"/>
          <p:nvPr/>
        </p:nvSpPr>
        <p:spPr>
          <a:xfrm>
            <a:off x="1175622" y="97025"/>
            <a:ext cx="6235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Rorschach Test 	   	           Thematischer Apperzeptionstest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C442B86-B03D-C7E0-DBC6-4276E5FEA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258" y="553810"/>
            <a:ext cx="2584369" cy="3160058"/>
          </a:xfrm>
          <a:prstGeom prst="rect">
            <a:avLst/>
          </a:prstGeom>
        </p:spPr>
      </p:pic>
      <p:pic>
        <p:nvPicPr>
          <p:cNvPr id="8" name="Grafik 7" descr="Ein Bild, das Entwurf, Kunst enthält.&#10;&#10;KI-generierte Inhalte können fehlerhaft sein.">
            <a:extLst>
              <a:ext uri="{FF2B5EF4-FFF2-40B4-BE49-F238E27FC236}">
                <a16:creationId xmlns:a16="http://schemas.microsoft.com/office/drawing/2014/main" id="{3639EDD7-3D64-CC14-9193-AF5E10FFD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752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55" t="7166" r="1313" b="7863"/>
          <a:stretch>
            <a:fillRect/>
          </a:stretch>
        </p:blipFill>
        <p:spPr>
          <a:xfrm>
            <a:off x="104873" y="553810"/>
            <a:ext cx="3666739" cy="316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5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</Words>
  <Application>Microsoft Office PowerPoint</Application>
  <PresentationFormat>Benutzerdefiniert</PresentationFormat>
  <Paragraphs>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3</cp:revision>
  <dcterms:created xsi:type="dcterms:W3CDTF">2025-10-08T10:38:21Z</dcterms:created>
  <dcterms:modified xsi:type="dcterms:W3CDTF">2026-10-12T10:08:23Z</dcterms:modified>
</cp:coreProperties>
</file>