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sldIdLst>
    <p:sldId id="256" r:id="rId2"/>
  </p:sldIdLst>
  <p:sldSz cx="7559675" cy="395922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475" autoAdjust="0"/>
    <p:restoredTop sz="94660"/>
  </p:normalViewPr>
  <p:slideViewPr>
    <p:cSldViewPr snapToGrid="0">
      <p:cViewPr varScale="1">
        <p:scale>
          <a:sx n="234" d="100"/>
          <a:sy n="234" d="100"/>
        </p:scale>
        <p:origin x="210" y="4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44960" y="647957"/>
            <a:ext cx="5669756" cy="1378397"/>
          </a:xfrm>
        </p:spPr>
        <p:txBody>
          <a:bodyPr anchor="b"/>
          <a:lstStyle>
            <a:lvl1pPr algn="ctr">
              <a:defRPr sz="3464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44960" y="2079510"/>
            <a:ext cx="5669756" cy="955896"/>
          </a:xfrm>
        </p:spPr>
        <p:txBody>
          <a:bodyPr/>
          <a:lstStyle>
            <a:lvl1pPr marL="0" indent="0" algn="ctr">
              <a:buNone/>
              <a:defRPr sz="1386"/>
            </a:lvl1pPr>
            <a:lvl2pPr marL="263942" indent="0" algn="ctr">
              <a:buNone/>
              <a:defRPr sz="1155"/>
            </a:lvl2pPr>
            <a:lvl3pPr marL="527883" indent="0" algn="ctr">
              <a:buNone/>
              <a:defRPr sz="1039"/>
            </a:lvl3pPr>
            <a:lvl4pPr marL="791825" indent="0" algn="ctr">
              <a:buNone/>
              <a:defRPr sz="924"/>
            </a:lvl4pPr>
            <a:lvl5pPr marL="1055766" indent="0" algn="ctr">
              <a:buNone/>
              <a:defRPr sz="924"/>
            </a:lvl5pPr>
            <a:lvl6pPr marL="1319708" indent="0" algn="ctr">
              <a:buNone/>
              <a:defRPr sz="924"/>
            </a:lvl6pPr>
            <a:lvl7pPr marL="1583649" indent="0" algn="ctr">
              <a:buNone/>
              <a:defRPr sz="924"/>
            </a:lvl7pPr>
            <a:lvl8pPr marL="1847591" indent="0" algn="ctr">
              <a:buNone/>
              <a:defRPr sz="924"/>
            </a:lvl8pPr>
            <a:lvl9pPr marL="2111532" indent="0" algn="ctr">
              <a:buNone/>
              <a:defRPr sz="924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BDFA0B-3938-41E0-AA8A-EFDB011E5889}" type="datetimeFigureOut">
              <a:rPr lang="de-DE" smtClean="0"/>
              <a:t>08.10.2025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00908-9FDA-419B-8A58-CCC1DB82349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270687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BDFA0B-3938-41E0-AA8A-EFDB011E5889}" type="datetimeFigureOut">
              <a:rPr lang="de-DE" smtClean="0"/>
              <a:t>08.10.2025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00908-9FDA-419B-8A58-CCC1DB82349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281700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5790" y="987058"/>
            <a:ext cx="6520220" cy="1646927"/>
          </a:xfrm>
        </p:spPr>
        <p:txBody>
          <a:bodyPr anchor="b"/>
          <a:lstStyle>
            <a:lvl1pPr>
              <a:defRPr sz="3464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5790" y="2649565"/>
            <a:ext cx="6520220" cy="866080"/>
          </a:xfrm>
        </p:spPr>
        <p:txBody>
          <a:bodyPr/>
          <a:lstStyle>
            <a:lvl1pPr marL="0" indent="0">
              <a:buNone/>
              <a:defRPr sz="1386">
                <a:solidFill>
                  <a:schemeClr val="tx1">
                    <a:tint val="82000"/>
                  </a:schemeClr>
                </a:solidFill>
              </a:defRPr>
            </a:lvl1pPr>
            <a:lvl2pPr marL="263942" indent="0">
              <a:buNone/>
              <a:defRPr sz="1155">
                <a:solidFill>
                  <a:schemeClr val="tx1">
                    <a:tint val="82000"/>
                  </a:schemeClr>
                </a:solidFill>
              </a:defRPr>
            </a:lvl2pPr>
            <a:lvl3pPr marL="527883" indent="0">
              <a:buNone/>
              <a:defRPr sz="1039">
                <a:solidFill>
                  <a:schemeClr val="tx1">
                    <a:tint val="82000"/>
                  </a:schemeClr>
                </a:solidFill>
              </a:defRPr>
            </a:lvl3pPr>
            <a:lvl4pPr marL="791825" indent="0">
              <a:buNone/>
              <a:defRPr sz="924">
                <a:solidFill>
                  <a:schemeClr val="tx1">
                    <a:tint val="82000"/>
                  </a:schemeClr>
                </a:solidFill>
              </a:defRPr>
            </a:lvl4pPr>
            <a:lvl5pPr marL="1055766" indent="0">
              <a:buNone/>
              <a:defRPr sz="924">
                <a:solidFill>
                  <a:schemeClr val="tx1">
                    <a:tint val="82000"/>
                  </a:schemeClr>
                </a:solidFill>
              </a:defRPr>
            </a:lvl5pPr>
            <a:lvl6pPr marL="1319708" indent="0">
              <a:buNone/>
              <a:defRPr sz="924">
                <a:solidFill>
                  <a:schemeClr val="tx1">
                    <a:tint val="82000"/>
                  </a:schemeClr>
                </a:solidFill>
              </a:defRPr>
            </a:lvl6pPr>
            <a:lvl7pPr marL="1583649" indent="0">
              <a:buNone/>
              <a:defRPr sz="924">
                <a:solidFill>
                  <a:schemeClr val="tx1">
                    <a:tint val="82000"/>
                  </a:schemeClr>
                </a:solidFill>
              </a:defRPr>
            </a:lvl7pPr>
            <a:lvl8pPr marL="1847591" indent="0">
              <a:buNone/>
              <a:defRPr sz="924">
                <a:solidFill>
                  <a:schemeClr val="tx1">
                    <a:tint val="82000"/>
                  </a:schemeClr>
                </a:solidFill>
              </a:defRPr>
            </a:lvl8pPr>
            <a:lvl9pPr marL="2111532" indent="0">
              <a:buNone/>
              <a:defRPr sz="924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BDFA0B-3938-41E0-AA8A-EFDB011E5889}" type="datetimeFigureOut">
              <a:rPr lang="de-DE" smtClean="0"/>
              <a:t>08.10.2025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00908-9FDA-419B-8A58-CCC1DB82349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838386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19728" y="1053960"/>
            <a:ext cx="3212862" cy="251209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27085" y="1053960"/>
            <a:ext cx="3212862" cy="251209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BDFA0B-3938-41E0-AA8A-EFDB011E5889}" type="datetimeFigureOut">
              <a:rPr lang="de-DE" smtClean="0"/>
              <a:t>08.10.2025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00908-9FDA-419B-8A58-CCC1DB82349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219313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0712" y="210792"/>
            <a:ext cx="6520220" cy="765267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20712" y="970560"/>
            <a:ext cx="3198097" cy="475657"/>
          </a:xfrm>
        </p:spPr>
        <p:txBody>
          <a:bodyPr anchor="b"/>
          <a:lstStyle>
            <a:lvl1pPr marL="0" indent="0">
              <a:buNone/>
              <a:defRPr sz="1386" b="1"/>
            </a:lvl1pPr>
            <a:lvl2pPr marL="263942" indent="0">
              <a:buNone/>
              <a:defRPr sz="1155" b="1"/>
            </a:lvl2pPr>
            <a:lvl3pPr marL="527883" indent="0">
              <a:buNone/>
              <a:defRPr sz="1039" b="1"/>
            </a:lvl3pPr>
            <a:lvl4pPr marL="791825" indent="0">
              <a:buNone/>
              <a:defRPr sz="924" b="1"/>
            </a:lvl4pPr>
            <a:lvl5pPr marL="1055766" indent="0">
              <a:buNone/>
              <a:defRPr sz="924" b="1"/>
            </a:lvl5pPr>
            <a:lvl6pPr marL="1319708" indent="0">
              <a:buNone/>
              <a:defRPr sz="924" b="1"/>
            </a:lvl6pPr>
            <a:lvl7pPr marL="1583649" indent="0">
              <a:buNone/>
              <a:defRPr sz="924" b="1"/>
            </a:lvl7pPr>
            <a:lvl8pPr marL="1847591" indent="0">
              <a:buNone/>
              <a:defRPr sz="924" b="1"/>
            </a:lvl8pPr>
            <a:lvl9pPr marL="2111532" indent="0">
              <a:buNone/>
              <a:defRPr sz="924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20712" y="1446217"/>
            <a:ext cx="3198097" cy="2127167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27085" y="970560"/>
            <a:ext cx="3213847" cy="475657"/>
          </a:xfrm>
        </p:spPr>
        <p:txBody>
          <a:bodyPr anchor="b"/>
          <a:lstStyle>
            <a:lvl1pPr marL="0" indent="0">
              <a:buNone/>
              <a:defRPr sz="1386" b="1"/>
            </a:lvl1pPr>
            <a:lvl2pPr marL="263942" indent="0">
              <a:buNone/>
              <a:defRPr sz="1155" b="1"/>
            </a:lvl2pPr>
            <a:lvl3pPr marL="527883" indent="0">
              <a:buNone/>
              <a:defRPr sz="1039" b="1"/>
            </a:lvl3pPr>
            <a:lvl4pPr marL="791825" indent="0">
              <a:buNone/>
              <a:defRPr sz="924" b="1"/>
            </a:lvl4pPr>
            <a:lvl5pPr marL="1055766" indent="0">
              <a:buNone/>
              <a:defRPr sz="924" b="1"/>
            </a:lvl5pPr>
            <a:lvl6pPr marL="1319708" indent="0">
              <a:buNone/>
              <a:defRPr sz="924" b="1"/>
            </a:lvl6pPr>
            <a:lvl7pPr marL="1583649" indent="0">
              <a:buNone/>
              <a:defRPr sz="924" b="1"/>
            </a:lvl7pPr>
            <a:lvl8pPr marL="1847591" indent="0">
              <a:buNone/>
              <a:defRPr sz="924" b="1"/>
            </a:lvl8pPr>
            <a:lvl9pPr marL="2111532" indent="0">
              <a:buNone/>
              <a:defRPr sz="924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27085" y="1446217"/>
            <a:ext cx="3213847" cy="2127167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BDFA0B-3938-41E0-AA8A-EFDB011E5889}" type="datetimeFigureOut">
              <a:rPr lang="de-DE" smtClean="0"/>
              <a:t>08.10.2025</a:t>
            </a:fld>
            <a:endParaRPr lang="de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00908-9FDA-419B-8A58-CCC1DB82349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646239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BDFA0B-3938-41E0-AA8A-EFDB011E5889}" type="datetimeFigureOut">
              <a:rPr lang="de-DE" smtClean="0"/>
              <a:t>08.10.2025</a:t>
            </a:fld>
            <a:endParaRPr lang="de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00908-9FDA-419B-8A58-CCC1DB82349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1247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BDFA0B-3938-41E0-AA8A-EFDB011E5889}" type="datetimeFigureOut">
              <a:rPr lang="de-DE" smtClean="0"/>
              <a:t>08.10.2025</a:t>
            </a:fld>
            <a:endParaRPr lang="de-D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00908-9FDA-419B-8A58-CCC1DB82349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516838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0712" y="263948"/>
            <a:ext cx="2438192" cy="923819"/>
          </a:xfrm>
        </p:spPr>
        <p:txBody>
          <a:bodyPr anchor="b"/>
          <a:lstStyle>
            <a:lvl1pPr>
              <a:defRPr sz="1847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213847" y="570055"/>
            <a:ext cx="3827085" cy="2813616"/>
          </a:xfrm>
        </p:spPr>
        <p:txBody>
          <a:bodyPr/>
          <a:lstStyle>
            <a:lvl1pPr>
              <a:defRPr sz="1847"/>
            </a:lvl1pPr>
            <a:lvl2pPr>
              <a:defRPr sz="1616"/>
            </a:lvl2pPr>
            <a:lvl3pPr>
              <a:defRPr sz="1386"/>
            </a:lvl3pPr>
            <a:lvl4pPr>
              <a:defRPr sz="1155"/>
            </a:lvl4pPr>
            <a:lvl5pPr>
              <a:defRPr sz="1155"/>
            </a:lvl5pPr>
            <a:lvl6pPr>
              <a:defRPr sz="1155"/>
            </a:lvl6pPr>
            <a:lvl7pPr>
              <a:defRPr sz="1155"/>
            </a:lvl7pPr>
            <a:lvl8pPr>
              <a:defRPr sz="1155"/>
            </a:lvl8pPr>
            <a:lvl9pPr>
              <a:defRPr sz="1155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20712" y="1187768"/>
            <a:ext cx="2438192" cy="2200486"/>
          </a:xfrm>
        </p:spPr>
        <p:txBody>
          <a:bodyPr/>
          <a:lstStyle>
            <a:lvl1pPr marL="0" indent="0">
              <a:buNone/>
              <a:defRPr sz="924"/>
            </a:lvl1pPr>
            <a:lvl2pPr marL="263942" indent="0">
              <a:buNone/>
              <a:defRPr sz="808"/>
            </a:lvl2pPr>
            <a:lvl3pPr marL="527883" indent="0">
              <a:buNone/>
              <a:defRPr sz="693"/>
            </a:lvl3pPr>
            <a:lvl4pPr marL="791825" indent="0">
              <a:buNone/>
              <a:defRPr sz="577"/>
            </a:lvl4pPr>
            <a:lvl5pPr marL="1055766" indent="0">
              <a:buNone/>
              <a:defRPr sz="577"/>
            </a:lvl5pPr>
            <a:lvl6pPr marL="1319708" indent="0">
              <a:buNone/>
              <a:defRPr sz="577"/>
            </a:lvl6pPr>
            <a:lvl7pPr marL="1583649" indent="0">
              <a:buNone/>
              <a:defRPr sz="577"/>
            </a:lvl7pPr>
            <a:lvl8pPr marL="1847591" indent="0">
              <a:buNone/>
              <a:defRPr sz="577"/>
            </a:lvl8pPr>
            <a:lvl9pPr marL="2111532" indent="0">
              <a:buNone/>
              <a:defRPr sz="577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BDFA0B-3938-41E0-AA8A-EFDB011E5889}" type="datetimeFigureOut">
              <a:rPr lang="de-DE" smtClean="0"/>
              <a:t>08.10.2025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00908-9FDA-419B-8A58-CCC1DB82349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97937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0712" y="263948"/>
            <a:ext cx="2438192" cy="923819"/>
          </a:xfrm>
        </p:spPr>
        <p:txBody>
          <a:bodyPr anchor="b"/>
          <a:lstStyle>
            <a:lvl1pPr>
              <a:defRPr sz="1847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213847" y="570055"/>
            <a:ext cx="3827085" cy="2813616"/>
          </a:xfrm>
        </p:spPr>
        <p:txBody>
          <a:bodyPr anchor="t"/>
          <a:lstStyle>
            <a:lvl1pPr marL="0" indent="0">
              <a:buNone/>
              <a:defRPr sz="1847"/>
            </a:lvl1pPr>
            <a:lvl2pPr marL="263942" indent="0">
              <a:buNone/>
              <a:defRPr sz="1616"/>
            </a:lvl2pPr>
            <a:lvl3pPr marL="527883" indent="0">
              <a:buNone/>
              <a:defRPr sz="1386"/>
            </a:lvl3pPr>
            <a:lvl4pPr marL="791825" indent="0">
              <a:buNone/>
              <a:defRPr sz="1155"/>
            </a:lvl4pPr>
            <a:lvl5pPr marL="1055766" indent="0">
              <a:buNone/>
              <a:defRPr sz="1155"/>
            </a:lvl5pPr>
            <a:lvl6pPr marL="1319708" indent="0">
              <a:buNone/>
              <a:defRPr sz="1155"/>
            </a:lvl6pPr>
            <a:lvl7pPr marL="1583649" indent="0">
              <a:buNone/>
              <a:defRPr sz="1155"/>
            </a:lvl7pPr>
            <a:lvl8pPr marL="1847591" indent="0">
              <a:buNone/>
              <a:defRPr sz="1155"/>
            </a:lvl8pPr>
            <a:lvl9pPr marL="2111532" indent="0">
              <a:buNone/>
              <a:defRPr sz="1155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20712" y="1187768"/>
            <a:ext cx="2438192" cy="2200486"/>
          </a:xfrm>
        </p:spPr>
        <p:txBody>
          <a:bodyPr/>
          <a:lstStyle>
            <a:lvl1pPr marL="0" indent="0">
              <a:buNone/>
              <a:defRPr sz="924"/>
            </a:lvl1pPr>
            <a:lvl2pPr marL="263942" indent="0">
              <a:buNone/>
              <a:defRPr sz="808"/>
            </a:lvl2pPr>
            <a:lvl3pPr marL="527883" indent="0">
              <a:buNone/>
              <a:defRPr sz="693"/>
            </a:lvl3pPr>
            <a:lvl4pPr marL="791825" indent="0">
              <a:buNone/>
              <a:defRPr sz="577"/>
            </a:lvl4pPr>
            <a:lvl5pPr marL="1055766" indent="0">
              <a:buNone/>
              <a:defRPr sz="577"/>
            </a:lvl5pPr>
            <a:lvl6pPr marL="1319708" indent="0">
              <a:buNone/>
              <a:defRPr sz="577"/>
            </a:lvl6pPr>
            <a:lvl7pPr marL="1583649" indent="0">
              <a:buNone/>
              <a:defRPr sz="577"/>
            </a:lvl7pPr>
            <a:lvl8pPr marL="1847591" indent="0">
              <a:buNone/>
              <a:defRPr sz="577"/>
            </a:lvl8pPr>
            <a:lvl9pPr marL="2111532" indent="0">
              <a:buNone/>
              <a:defRPr sz="577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BDFA0B-3938-41E0-AA8A-EFDB011E5889}" type="datetimeFigureOut">
              <a:rPr lang="de-DE" smtClean="0"/>
              <a:t>08.10.2025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00908-9FDA-419B-8A58-CCC1DB82349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9576467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BDFA0B-3938-41E0-AA8A-EFDB011E5889}" type="datetimeFigureOut">
              <a:rPr lang="de-DE" smtClean="0"/>
              <a:t>08.10.2025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00908-9FDA-419B-8A58-CCC1DB82349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0404960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409892" y="210792"/>
            <a:ext cx="1630055" cy="3355260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19728" y="210792"/>
            <a:ext cx="4795669" cy="3355260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BDFA0B-3938-41E0-AA8A-EFDB011E5889}" type="datetimeFigureOut">
              <a:rPr lang="de-DE" smtClean="0"/>
              <a:t>08.10.2025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00908-9FDA-419B-8A58-CCC1DB82349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135046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19728" y="210792"/>
            <a:ext cx="6520220" cy="76526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9728" y="1053960"/>
            <a:ext cx="6520220" cy="251209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19728" y="3669615"/>
            <a:ext cx="1700927" cy="21079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69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BBDFA0B-3938-41E0-AA8A-EFDB011E5889}" type="datetimeFigureOut">
              <a:rPr lang="de-DE" smtClean="0"/>
              <a:t>08.10.2025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04143" y="3669615"/>
            <a:ext cx="2551390" cy="21079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69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339020" y="3669615"/>
            <a:ext cx="1700927" cy="21079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9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6A00908-9FDA-419B-8A58-CCC1DB82349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02795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l" defTabSz="527883" rtl="0" eaLnBrk="1" latinLnBrk="0" hangingPunct="1">
        <a:lnSpc>
          <a:spcPct val="90000"/>
        </a:lnSpc>
        <a:spcBef>
          <a:spcPct val="0"/>
        </a:spcBef>
        <a:buNone/>
        <a:defRPr sz="254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31971" indent="-131971" algn="l" defTabSz="527883" rtl="0" eaLnBrk="1" latinLnBrk="0" hangingPunct="1">
        <a:lnSpc>
          <a:spcPct val="90000"/>
        </a:lnSpc>
        <a:spcBef>
          <a:spcPts val="577"/>
        </a:spcBef>
        <a:buFont typeface="Arial" panose="020B0604020202020204" pitchFamily="34" charset="0"/>
        <a:buChar char="•"/>
        <a:defRPr sz="1616" kern="1200">
          <a:solidFill>
            <a:schemeClr val="tx1"/>
          </a:solidFill>
          <a:latin typeface="+mn-lt"/>
          <a:ea typeface="+mn-ea"/>
          <a:cs typeface="+mn-cs"/>
        </a:defRPr>
      </a:lvl1pPr>
      <a:lvl2pPr marL="395912" indent="-131971" algn="l" defTabSz="527883" rtl="0" eaLnBrk="1" latinLnBrk="0" hangingPunct="1">
        <a:lnSpc>
          <a:spcPct val="90000"/>
        </a:lnSpc>
        <a:spcBef>
          <a:spcPts val="289"/>
        </a:spcBef>
        <a:buFont typeface="Arial" panose="020B0604020202020204" pitchFamily="34" charset="0"/>
        <a:buChar char="•"/>
        <a:defRPr sz="1386" kern="1200">
          <a:solidFill>
            <a:schemeClr val="tx1"/>
          </a:solidFill>
          <a:latin typeface="+mn-lt"/>
          <a:ea typeface="+mn-ea"/>
          <a:cs typeface="+mn-cs"/>
        </a:defRPr>
      </a:lvl2pPr>
      <a:lvl3pPr marL="659854" indent="-131971" algn="l" defTabSz="527883" rtl="0" eaLnBrk="1" latinLnBrk="0" hangingPunct="1">
        <a:lnSpc>
          <a:spcPct val="90000"/>
        </a:lnSpc>
        <a:spcBef>
          <a:spcPts val="289"/>
        </a:spcBef>
        <a:buFont typeface="Arial" panose="020B0604020202020204" pitchFamily="34" charset="0"/>
        <a:buChar char="•"/>
        <a:defRPr sz="1155" kern="1200">
          <a:solidFill>
            <a:schemeClr val="tx1"/>
          </a:solidFill>
          <a:latin typeface="+mn-lt"/>
          <a:ea typeface="+mn-ea"/>
          <a:cs typeface="+mn-cs"/>
        </a:defRPr>
      </a:lvl3pPr>
      <a:lvl4pPr marL="923795" indent="-131971" algn="l" defTabSz="527883" rtl="0" eaLnBrk="1" latinLnBrk="0" hangingPunct="1">
        <a:lnSpc>
          <a:spcPct val="90000"/>
        </a:lnSpc>
        <a:spcBef>
          <a:spcPts val="289"/>
        </a:spcBef>
        <a:buFont typeface="Arial" panose="020B0604020202020204" pitchFamily="34" charset="0"/>
        <a:buChar char="•"/>
        <a:defRPr sz="1039" kern="1200">
          <a:solidFill>
            <a:schemeClr val="tx1"/>
          </a:solidFill>
          <a:latin typeface="+mn-lt"/>
          <a:ea typeface="+mn-ea"/>
          <a:cs typeface="+mn-cs"/>
        </a:defRPr>
      </a:lvl4pPr>
      <a:lvl5pPr marL="1187737" indent="-131971" algn="l" defTabSz="527883" rtl="0" eaLnBrk="1" latinLnBrk="0" hangingPunct="1">
        <a:lnSpc>
          <a:spcPct val="90000"/>
        </a:lnSpc>
        <a:spcBef>
          <a:spcPts val="289"/>
        </a:spcBef>
        <a:buFont typeface="Arial" panose="020B0604020202020204" pitchFamily="34" charset="0"/>
        <a:buChar char="•"/>
        <a:defRPr sz="1039" kern="1200">
          <a:solidFill>
            <a:schemeClr val="tx1"/>
          </a:solidFill>
          <a:latin typeface="+mn-lt"/>
          <a:ea typeface="+mn-ea"/>
          <a:cs typeface="+mn-cs"/>
        </a:defRPr>
      </a:lvl5pPr>
      <a:lvl6pPr marL="1451679" indent="-131971" algn="l" defTabSz="527883" rtl="0" eaLnBrk="1" latinLnBrk="0" hangingPunct="1">
        <a:lnSpc>
          <a:spcPct val="90000"/>
        </a:lnSpc>
        <a:spcBef>
          <a:spcPts val="289"/>
        </a:spcBef>
        <a:buFont typeface="Arial" panose="020B0604020202020204" pitchFamily="34" charset="0"/>
        <a:buChar char="•"/>
        <a:defRPr sz="1039" kern="1200">
          <a:solidFill>
            <a:schemeClr val="tx1"/>
          </a:solidFill>
          <a:latin typeface="+mn-lt"/>
          <a:ea typeface="+mn-ea"/>
          <a:cs typeface="+mn-cs"/>
        </a:defRPr>
      </a:lvl6pPr>
      <a:lvl7pPr marL="1715620" indent="-131971" algn="l" defTabSz="527883" rtl="0" eaLnBrk="1" latinLnBrk="0" hangingPunct="1">
        <a:lnSpc>
          <a:spcPct val="90000"/>
        </a:lnSpc>
        <a:spcBef>
          <a:spcPts val="289"/>
        </a:spcBef>
        <a:buFont typeface="Arial" panose="020B0604020202020204" pitchFamily="34" charset="0"/>
        <a:buChar char="•"/>
        <a:defRPr sz="1039" kern="1200">
          <a:solidFill>
            <a:schemeClr val="tx1"/>
          </a:solidFill>
          <a:latin typeface="+mn-lt"/>
          <a:ea typeface="+mn-ea"/>
          <a:cs typeface="+mn-cs"/>
        </a:defRPr>
      </a:lvl7pPr>
      <a:lvl8pPr marL="1979562" indent="-131971" algn="l" defTabSz="527883" rtl="0" eaLnBrk="1" latinLnBrk="0" hangingPunct="1">
        <a:lnSpc>
          <a:spcPct val="90000"/>
        </a:lnSpc>
        <a:spcBef>
          <a:spcPts val="289"/>
        </a:spcBef>
        <a:buFont typeface="Arial" panose="020B0604020202020204" pitchFamily="34" charset="0"/>
        <a:buChar char="•"/>
        <a:defRPr sz="1039" kern="1200">
          <a:solidFill>
            <a:schemeClr val="tx1"/>
          </a:solidFill>
          <a:latin typeface="+mn-lt"/>
          <a:ea typeface="+mn-ea"/>
          <a:cs typeface="+mn-cs"/>
        </a:defRPr>
      </a:lvl8pPr>
      <a:lvl9pPr marL="2243503" indent="-131971" algn="l" defTabSz="527883" rtl="0" eaLnBrk="1" latinLnBrk="0" hangingPunct="1">
        <a:lnSpc>
          <a:spcPct val="90000"/>
        </a:lnSpc>
        <a:spcBef>
          <a:spcPts val="289"/>
        </a:spcBef>
        <a:buFont typeface="Arial" panose="020B0604020202020204" pitchFamily="34" charset="0"/>
        <a:buChar char="•"/>
        <a:defRPr sz="103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527883" rtl="0" eaLnBrk="1" latinLnBrk="0" hangingPunct="1">
        <a:defRPr sz="1039" kern="1200">
          <a:solidFill>
            <a:schemeClr val="tx1"/>
          </a:solidFill>
          <a:latin typeface="+mn-lt"/>
          <a:ea typeface="+mn-ea"/>
          <a:cs typeface="+mn-cs"/>
        </a:defRPr>
      </a:lvl1pPr>
      <a:lvl2pPr marL="263942" algn="l" defTabSz="527883" rtl="0" eaLnBrk="1" latinLnBrk="0" hangingPunct="1">
        <a:defRPr sz="1039" kern="1200">
          <a:solidFill>
            <a:schemeClr val="tx1"/>
          </a:solidFill>
          <a:latin typeface="+mn-lt"/>
          <a:ea typeface="+mn-ea"/>
          <a:cs typeface="+mn-cs"/>
        </a:defRPr>
      </a:lvl2pPr>
      <a:lvl3pPr marL="527883" algn="l" defTabSz="527883" rtl="0" eaLnBrk="1" latinLnBrk="0" hangingPunct="1">
        <a:defRPr sz="1039" kern="1200">
          <a:solidFill>
            <a:schemeClr val="tx1"/>
          </a:solidFill>
          <a:latin typeface="+mn-lt"/>
          <a:ea typeface="+mn-ea"/>
          <a:cs typeface="+mn-cs"/>
        </a:defRPr>
      </a:lvl3pPr>
      <a:lvl4pPr marL="791825" algn="l" defTabSz="527883" rtl="0" eaLnBrk="1" latinLnBrk="0" hangingPunct="1">
        <a:defRPr sz="1039" kern="1200">
          <a:solidFill>
            <a:schemeClr val="tx1"/>
          </a:solidFill>
          <a:latin typeface="+mn-lt"/>
          <a:ea typeface="+mn-ea"/>
          <a:cs typeface="+mn-cs"/>
        </a:defRPr>
      </a:lvl4pPr>
      <a:lvl5pPr marL="1055766" algn="l" defTabSz="527883" rtl="0" eaLnBrk="1" latinLnBrk="0" hangingPunct="1">
        <a:defRPr sz="1039" kern="1200">
          <a:solidFill>
            <a:schemeClr val="tx1"/>
          </a:solidFill>
          <a:latin typeface="+mn-lt"/>
          <a:ea typeface="+mn-ea"/>
          <a:cs typeface="+mn-cs"/>
        </a:defRPr>
      </a:lvl5pPr>
      <a:lvl6pPr marL="1319708" algn="l" defTabSz="527883" rtl="0" eaLnBrk="1" latinLnBrk="0" hangingPunct="1">
        <a:defRPr sz="1039" kern="1200">
          <a:solidFill>
            <a:schemeClr val="tx1"/>
          </a:solidFill>
          <a:latin typeface="+mn-lt"/>
          <a:ea typeface="+mn-ea"/>
          <a:cs typeface="+mn-cs"/>
        </a:defRPr>
      </a:lvl6pPr>
      <a:lvl7pPr marL="1583649" algn="l" defTabSz="527883" rtl="0" eaLnBrk="1" latinLnBrk="0" hangingPunct="1">
        <a:defRPr sz="1039" kern="1200">
          <a:solidFill>
            <a:schemeClr val="tx1"/>
          </a:solidFill>
          <a:latin typeface="+mn-lt"/>
          <a:ea typeface="+mn-ea"/>
          <a:cs typeface="+mn-cs"/>
        </a:defRPr>
      </a:lvl7pPr>
      <a:lvl8pPr marL="1847591" algn="l" defTabSz="527883" rtl="0" eaLnBrk="1" latinLnBrk="0" hangingPunct="1">
        <a:defRPr sz="1039" kern="1200">
          <a:solidFill>
            <a:schemeClr val="tx1"/>
          </a:solidFill>
          <a:latin typeface="+mn-lt"/>
          <a:ea typeface="+mn-ea"/>
          <a:cs typeface="+mn-cs"/>
        </a:defRPr>
      </a:lvl8pPr>
      <a:lvl9pPr marL="2111532" algn="l" defTabSz="527883" rtl="0" eaLnBrk="1" latinLnBrk="0" hangingPunct="1">
        <a:defRPr sz="103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feld 3">
            <a:extLst>
              <a:ext uri="{FF2B5EF4-FFF2-40B4-BE49-F238E27FC236}">
                <a16:creationId xmlns:a16="http://schemas.microsoft.com/office/drawing/2014/main" id="{775301F9-08DC-BDDF-C2A8-061C9AF3D6D6}"/>
              </a:ext>
            </a:extLst>
          </p:cNvPr>
          <p:cNvSpPr txBox="1"/>
          <p:nvPr/>
        </p:nvSpPr>
        <p:spPr>
          <a:xfrm>
            <a:off x="1175622" y="97025"/>
            <a:ext cx="62352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Rorschach Test 	   	           Thematischer Apperzeptionstest</a:t>
            </a: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0C442B86-B03D-C7E0-DBC6-4276E5FEAF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9258" y="553810"/>
            <a:ext cx="2584369" cy="3160058"/>
          </a:xfrm>
          <a:prstGeom prst="rect">
            <a:avLst/>
          </a:prstGeom>
        </p:spPr>
      </p:pic>
      <p:pic>
        <p:nvPicPr>
          <p:cNvPr id="8" name="Grafik 7" descr="Ein Bild, das Entwurf, Kunst enthält.&#10;&#10;KI-generierte Inhalte können fehlerhaft sein.">
            <a:extLst>
              <a:ext uri="{FF2B5EF4-FFF2-40B4-BE49-F238E27FC236}">
                <a16:creationId xmlns:a16="http://schemas.microsoft.com/office/drawing/2014/main" id="{3639EDD7-3D64-CC14-9193-AF5E10FFD3C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055" t="7166" r="1313" b="7863"/>
          <a:stretch>
            <a:fillRect/>
          </a:stretch>
        </p:blipFill>
        <p:spPr>
          <a:xfrm>
            <a:off x="104873" y="553810"/>
            <a:ext cx="3666739" cy="3160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55589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8</Words>
  <Application>Microsoft Office PowerPoint</Application>
  <PresentationFormat>Benutzerdefiniert</PresentationFormat>
  <Paragraphs>1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Dirk Ostwald</dc:creator>
  <cp:lastModifiedBy>Dirk Ostwald</cp:lastModifiedBy>
  <cp:revision>2</cp:revision>
  <dcterms:created xsi:type="dcterms:W3CDTF">2025-10-08T10:38:21Z</dcterms:created>
  <dcterms:modified xsi:type="dcterms:W3CDTF">2025-10-08T10:56:45Z</dcterms:modified>
</cp:coreProperties>
</file>