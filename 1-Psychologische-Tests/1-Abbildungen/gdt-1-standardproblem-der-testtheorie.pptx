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1219200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65909"/>
            <a:ext cx="9144000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58058"/>
            <a:ext cx="9144000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61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652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66738"/>
            <a:ext cx="10515600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31884"/>
            <a:ext cx="10515600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82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70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45820"/>
            <a:ext cx="5181600" cy="29693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5820"/>
            <a:ext cx="5181600" cy="29693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79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49164"/>
            <a:ext cx="10515600" cy="90457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47238"/>
            <a:ext cx="5157787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709482"/>
            <a:ext cx="5157787" cy="25143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7238"/>
            <a:ext cx="5183188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09482"/>
            <a:ext cx="5183188" cy="25143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700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86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57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1997"/>
            <a:ext cx="3932237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73826"/>
            <a:ext cx="6172200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03985"/>
            <a:ext cx="3932237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69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1997"/>
            <a:ext cx="3932237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73826"/>
            <a:ext cx="6172200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03985"/>
            <a:ext cx="3932237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09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76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49164"/>
            <a:ext cx="2628900" cy="396604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49164"/>
            <a:ext cx="7734300" cy="396604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21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49164"/>
            <a:ext cx="10515600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45820"/>
            <a:ext cx="10515600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337621"/>
            <a:ext cx="274320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7627A-0AAD-4B58-B772-358F2739F35C}" type="datetimeFigureOut">
              <a:rPr lang="de-DE" smtClean="0"/>
              <a:t>12.10.2025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337621"/>
            <a:ext cx="411480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337621"/>
            <a:ext cx="274320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C02B8-1E30-43C4-927E-D277E20D08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15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7968AB4-CA2F-77A6-28FC-2991794BD836}"/>
              </a:ext>
            </a:extLst>
          </p:cNvPr>
          <p:cNvSpPr/>
          <p:nvPr/>
        </p:nvSpPr>
        <p:spPr>
          <a:xfrm>
            <a:off x="1452880" y="1075055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01A540F-4EF5-811F-A79E-DF07F068F727}"/>
              </a:ext>
            </a:extLst>
          </p:cNvPr>
          <p:cNvSpPr/>
          <p:nvPr/>
        </p:nvSpPr>
        <p:spPr>
          <a:xfrm>
            <a:off x="1452880" y="1877695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F31C631-7850-20B0-2CB5-45FF8CB450B2}"/>
              </a:ext>
            </a:extLst>
          </p:cNvPr>
          <p:cNvSpPr/>
          <p:nvPr/>
        </p:nvSpPr>
        <p:spPr>
          <a:xfrm>
            <a:off x="1452880" y="2680335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0ECE173-2012-AB66-AAE6-BCF403E220F9}"/>
              </a:ext>
            </a:extLst>
          </p:cNvPr>
          <p:cNvSpPr/>
          <p:nvPr/>
        </p:nvSpPr>
        <p:spPr>
          <a:xfrm>
            <a:off x="1463040" y="3482975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Verbinder: gekrümmt 17">
            <a:extLst>
              <a:ext uri="{FF2B5EF4-FFF2-40B4-BE49-F238E27FC236}">
                <a16:creationId xmlns:a16="http://schemas.microsoft.com/office/drawing/2014/main" id="{EDC36EE6-0A4A-9FB6-B48A-01852796C02E}"/>
              </a:ext>
            </a:extLst>
          </p:cNvPr>
          <p:cNvCxnSpPr>
            <a:stCxn id="2" idx="3"/>
            <a:endCxn id="3" idx="3"/>
          </p:cNvCxnSpPr>
          <p:nvPr/>
        </p:nvCxnSpPr>
        <p:spPr>
          <a:xfrm>
            <a:off x="1879600" y="1288415"/>
            <a:ext cx="12700" cy="802640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krümmt 18">
            <a:extLst>
              <a:ext uri="{FF2B5EF4-FFF2-40B4-BE49-F238E27FC236}">
                <a16:creationId xmlns:a16="http://schemas.microsoft.com/office/drawing/2014/main" id="{3C24D9DD-6F6D-D45D-C7A6-0897DE2FAB7D}"/>
              </a:ext>
            </a:extLst>
          </p:cNvPr>
          <p:cNvCxnSpPr/>
          <p:nvPr/>
        </p:nvCxnSpPr>
        <p:spPr>
          <a:xfrm>
            <a:off x="1892300" y="2091055"/>
            <a:ext cx="12700" cy="802640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krümmt 19">
            <a:extLst>
              <a:ext uri="{FF2B5EF4-FFF2-40B4-BE49-F238E27FC236}">
                <a16:creationId xmlns:a16="http://schemas.microsoft.com/office/drawing/2014/main" id="{997EC82E-33BE-1251-6520-3CE35D9E5E1F}"/>
              </a:ext>
            </a:extLst>
          </p:cNvPr>
          <p:cNvCxnSpPr/>
          <p:nvPr/>
        </p:nvCxnSpPr>
        <p:spPr>
          <a:xfrm>
            <a:off x="1917700" y="2893695"/>
            <a:ext cx="12700" cy="802640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erbinder: gekrümmt 24">
            <a:extLst>
              <a:ext uri="{FF2B5EF4-FFF2-40B4-BE49-F238E27FC236}">
                <a16:creationId xmlns:a16="http://schemas.microsoft.com/office/drawing/2014/main" id="{E05D146D-1FAA-B594-A4AE-1121737BC0BF}"/>
              </a:ext>
            </a:extLst>
          </p:cNvPr>
          <p:cNvCxnSpPr>
            <a:cxnSpLocks/>
            <a:stCxn id="2" idx="3"/>
            <a:endCxn id="4" idx="3"/>
          </p:cNvCxnSpPr>
          <p:nvPr/>
        </p:nvCxnSpPr>
        <p:spPr>
          <a:xfrm>
            <a:off x="1879600" y="1288415"/>
            <a:ext cx="12700" cy="1605280"/>
          </a:xfrm>
          <a:prstGeom prst="curvedConnector3">
            <a:avLst>
              <a:gd name="adj1" fmla="val 508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krümmt 30">
            <a:extLst>
              <a:ext uri="{FF2B5EF4-FFF2-40B4-BE49-F238E27FC236}">
                <a16:creationId xmlns:a16="http://schemas.microsoft.com/office/drawing/2014/main" id="{0AAC90CF-9B02-4DE5-0635-4BF7D894FB18}"/>
              </a:ext>
            </a:extLst>
          </p:cNvPr>
          <p:cNvCxnSpPr>
            <a:cxnSpLocks/>
            <a:stCxn id="2" idx="3"/>
            <a:endCxn id="5" idx="3"/>
          </p:cNvCxnSpPr>
          <p:nvPr/>
        </p:nvCxnSpPr>
        <p:spPr>
          <a:xfrm>
            <a:off x="1879600" y="1288415"/>
            <a:ext cx="10160" cy="2407920"/>
          </a:xfrm>
          <a:prstGeom prst="curvedConnector3">
            <a:avLst>
              <a:gd name="adj1" fmla="val 103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krümmt 34">
            <a:extLst>
              <a:ext uri="{FF2B5EF4-FFF2-40B4-BE49-F238E27FC236}">
                <a16:creationId xmlns:a16="http://schemas.microsoft.com/office/drawing/2014/main" id="{1EBB19E3-ADD3-1110-ED73-A4A80BA48F1D}"/>
              </a:ext>
            </a:extLst>
          </p:cNvPr>
          <p:cNvCxnSpPr>
            <a:cxnSpLocks/>
          </p:cNvCxnSpPr>
          <p:nvPr/>
        </p:nvCxnSpPr>
        <p:spPr>
          <a:xfrm>
            <a:off x="1879600" y="2091055"/>
            <a:ext cx="12700" cy="1605280"/>
          </a:xfrm>
          <a:prstGeom prst="curvedConnector3">
            <a:avLst>
              <a:gd name="adj1" fmla="val 556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CBF2C06-B891-3302-2F7E-7707B356D98C}"/>
                  </a:ext>
                </a:extLst>
              </p:cNvPr>
              <p:cNvSpPr txBox="1"/>
              <p:nvPr/>
            </p:nvSpPr>
            <p:spPr>
              <a:xfrm>
                <a:off x="2548384" y="2309499"/>
                <a:ext cx="368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CBF2C06-B891-3302-2F7E-7707B356D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384" y="2309499"/>
                <a:ext cx="368819" cy="276999"/>
              </a:xfrm>
              <a:prstGeom prst="rect">
                <a:avLst/>
              </a:prstGeom>
              <a:blipFill>
                <a:blip r:embed="rId2"/>
                <a:stretch>
                  <a:fillRect l="-16393" r="-4918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B85AE7F-F2E0-DA6E-8BD5-11E0A72DBB2F}"/>
                  </a:ext>
                </a:extLst>
              </p:cNvPr>
              <p:cNvSpPr txBox="1"/>
              <p:nvPr/>
            </p:nvSpPr>
            <p:spPr>
              <a:xfrm>
                <a:off x="1707894" y="1501779"/>
                <a:ext cx="368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B85AE7F-F2E0-DA6E-8BD5-11E0A72D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894" y="1501779"/>
                <a:ext cx="368819" cy="276999"/>
              </a:xfrm>
              <a:prstGeom prst="rect">
                <a:avLst/>
              </a:prstGeom>
              <a:blipFill>
                <a:blip r:embed="rId3"/>
                <a:stretch>
                  <a:fillRect l="-16393" r="-4918" b="-239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089585A-319A-A932-9594-2E56A3CE6D9D}"/>
                  </a:ext>
                </a:extLst>
              </p:cNvPr>
              <p:cNvSpPr txBox="1"/>
              <p:nvPr/>
            </p:nvSpPr>
            <p:spPr>
              <a:xfrm>
                <a:off x="1676404" y="2320998"/>
                <a:ext cx="374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089585A-319A-A932-9594-2E56A3CE6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4" y="2320998"/>
                <a:ext cx="374141" cy="276999"/>
              </a:xfrm>
              <a:prstGeom prst="rect">
                <a:avLst/>
              </a:prstGeom>
              <a:blipFill>
                <a:blip r:embed="rId4"/>
                <a:stretch>
                  <a:fillRect l="-16393" r="-655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7406AA0E-FE5F-B327-4C2A-BD2CCDC3AD13}"/>
                  </a:ext>
                </a:extLst>
              </p:cNvPr>
              <p:cNvSpPr txBox="1"/>
              <p:nvPr/>
            </p:nvSpPr>
            <p:spPr>
              <a:xfrm>
                <a:off x="1692533" y="3145020"/>
                <a:ext cx="374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7406AA0E-FE5F-B327-4C2A-BD2CCDC3A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533" y="3145020"/>
                <a:ext cx="374141" cy="276999"/>
              </a:xfrm>
              <a:prstGeom prst="rect">
                <a:avLst/>
              </a:prstGeom>
              <a:blipFill>
                <a:blip r:embed="rId5"/>
                <a:stretch>
                  <a:fillRect l="-16393" r="-655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07859CAE-7F90-4F81-B11F-46A2A128CA5D}"/>
                  </a:ext>
                </a:extLst>
              </p:cNvPr>
              <p:cNvSpPr txBox="1"/>
              <p:nvPr/>
            </p:nvSpPr>
            <p:spPr>
              <a:xfrm>
                <a:off x="2132074" y="1877699"/>
                <a:ext cx="368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07859CAE-7F90-4F81-B11F-46A2A128C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074" y="1877699"/>
                <a:ext cx="368819" cy="276999"/>
              </a:xfrm>
              <a:prstGeom prst="rect">
                <a:avLst/>
              </a:prstGeom>
              <a:blipFill>
                <a:blip r:embed="rId6"/>
                <a:stretch>
                  <a:fillRect l="-16667" r="-666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755B7829-2BF4-A7DF-379A-3D9F32F0CC9C}"/>
                  </a:ext>
                </a:extLst>
              </p:cNvPr>
              <p:cNvSpPr txBox="1"/>
              <p:nvPr/>
            </p:nvSpPr>
            <p:spPr>
              <a:xfrm>
                <a:off x="2174243" y="2774180"/>
                <a:ext cx="374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755B7829-2BF4-A7DF-379A-3D9F32F0C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243" y="2774180"/>
                <a:ext cx="374141" cy="276999"/>
              </a:xfrm>
              <a:prstGeom prst="rect">
                <a:avLst/>
              </a:prstGeom>
              <a:blipFill>
                <a:blip r:embed="rId7"/>
                <a:stretch>
                  <a:fillRect l="-16393" r="-6557" b="-239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feld 45">
            <a:extLst>
              <a:ext uri="{FF2B5EF4-FFF2-40B4-BE49-F238E27FC236}">
                <a16:creationId xmlns:a16="http://schemas.microsoft.com/office/drawing/2014/main" id="{8DEA79BD-8FC6-723B-FF36-546E7CBC6F8B}"/>
              </a:ext>
            </a:extLst>
          </p:cNvPr>
          <p:cNvSpPr txBox="1"/>
          <p:nvPr/>
        </p:nvSpPr>
        <p:spPr>
          <a:xfrm>
            <a:off x="455624" y="112139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1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1F0D9A9-7CA0-0288-0B00-459DEF3E5EA0}"/>
              </a:ext>
            </a:extLst>
          </p:cNvPr>
          <p:cNvSpPr txBox="1"/>
          <p:nvPr/>
        </p:nvSpPr>
        <p:spPr>
          <a:xfrm>
            <a:off x="455624" y="190638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2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C06B268-63E2-C5A9-D61A-329ECF6C5B69}"/>
              </a:ext>
            </a:extLst>
          </p:cNvPr>
          <p:cNvSpPr txBox="1"/>
          <p:nvPr/>
        </p:nvSpPr>
        <p:spPr>
          <a:xfrm>
            <a:off x="432524" y="271695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3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A7FF37B7-D0BE-0122-69B0-A022B994BFAC}"/>
              </a:ext>
            </a:extLst>
          </p:cNvPr>
          <p:cNvSpPr txBox="1"/>
          <p:nvPr/>
        </p:nvSpPr>
        <p:spPr>
          <a:xfrm>
            <a:off x="455624" y="352752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4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E99EBEC6-6A44-F5BC-98AE-D524C6163014}"/>
              </a:ext>
            </a:extLst>
          </p:cNvPr>
          <p:cNvSpPr/>
          <p:nvPr/>
        </p:nvSpPr>
        <p:spPr>
          <a:xfrm>
            <a:off x="9191744" y="1011416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6AED970A-1DCB-CEE4-FC85-4DF227ADE530}"/>
              </a:ext>
            </a:extLst>
          </p:cNvPr>
          <p:cNvSpPr/>
          <p:nvPr/>
        </p:nvSpPr>
        <p:spPr>
          <a:xfrm>
            <a:off x="9191744" y="1814056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1C2B14C-01C1-CB69-2677-176380BAD68C}"/>
              </a:ext>
            </a:extLst>
          </p:cNvPr>
          <p:cNvSpPr/>
          <p:nvPr/>
        </p:nvSpPr>
        <p:spPr>
          <a:xfrm>
            <a:off x="9191744" y="2616696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BA9604C-E7D7-4234-6CB8-761F36106233}"/>
              </a:ext>
            </a:extLst>
          </p:cNvPr>
          <p:cNvSpPr/>
          <p:nvPr/>
        </p:nvSpPr>
        <p:spPr>
          <a:xfrm>
            <a:off x="9201904" y="3419336"/>
            <a:ext cx="426720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95664593-DD02-1A41-D5F6-2BEDB81B2E73}"/>
              </a:ext>
            </a:extLst>
          </p:cNvPr>
          <p:cNvSpPr/>
          <p:nvPr/>
        </p:nvSpPr>
        <p:spPr>
          <a:xfrm>
            <a:off x="10556240" y="1953756"/>
            <a:ext cx="820420" cy="8204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651053F4-966D-943C-6C87-B3CE940998E5}"/>
              </a:ext>
            </a:extLst>
          </p:cNvPr>
          <p:cNvSpPr txBox="1"/>
          <p:nvPr/>
        </p:nvSpPr>
        <p:spPr>
          <a:xfrm>
            <a:off x="8267385" y="106880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1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6C715AC1-1476-8775-C492-D148C1B65EA9}"/>
              </a:ext>
            </a:extLst>
          </p:cNvPr>
          <p:cNvSpPr txBox="1"/>
          <p:nvPr/>
        </p:nvSpPr>
        <p:spPr>
          <a:xfrm>
            <a:off x="8267385" y="185380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2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E7BFA82-944E-0261-F214-BE9DFF446B78}"/>
              </a:ext>
            </a:extLst>
          </p:cNvPr>
          <p:cNvSpPr txBox="1"/>
          <p:nvPr/>
        </p:nvSpPr>
        <p:spPr>
          <a:xfrm>
            <a:off x="8244285" y="266437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3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9237AE81-50EB-17B2-8008-00494FD61351}"/>
              </a:ext>
            </a:extLst>
          </p:cNvPr>
          <p:cNvSpPr txBox="1"/>
          <p:nvPr/>
        </p:nvSpPr>
        <p:spPr>
          <a:xfrm>
            <a:off x="8267385" y="3474937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Item 4</a:t>
            </a: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864C63EA-228B-F6FC-28D0-E5D452AEF11A}"/>
              </a:ext>
            </a:extLst>
          </p:cNvPr>
          <p:cNvCxnSpPr>
            <a:cxnSpLocks/>
          </p:cNvCxnSpPr>
          <p:nvPr/>
        </p:nvCxnSpPr>
        <p:spPr>
          <a:xfrm flipH="1" flipV="1">
            <a:off x="9787186" y="1224776"/>
            <a:ext cx="630372" cy="5539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D3EB8B52-99BE-3BDE-A685-A44F5C31A74C}"/>
              </a:ext>
            </a:extLst>
          </p:cNvPr>
          <p:cNvCxnSpPr>
            <a:cxnSpLocks/>
          </p:cNvCxnSpPr>
          <p:nvPr/>
        </p:nvCxnSpPr>
        <p:spPr>
          <a:xfrm flipH="1" flipV="1">
            <a:off x="9787190" y="2038469"/>
            <a:ext cx="623513" cy="184666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43EAAB3E-8D19-427A-8020-5E80712E5DF8}"/>
              </a:ext>
            </a:extLst>
          </p:cNvPr>
          <p:cNvCxnSpPr>
            <a:cxnSpLocks/>
          </p:cNvCxnSpPr>
          <p:nvPr/>
        </p:nvCxnSpPr>
        <p:spPr>
          <a:xfrm flipH="1">
            <a:off x="9787186" y="2638081"/>
            <a:ext cx="630372" cy="210959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649D099A-3849-F3A3-2636-BDECEAE4037B}"/>
              </a:ext>
            </a:extLst>
          </p:cNvPr>
          <p:cNvCxnSpPr>
            <a:cxnSpLocks/>
          </p:cNvCxnSpPr>
          <p:nvPr/>
        </p:nvCxnSpPr>
        <p:spPr>
          <a:xfrm flipH="1">
            <a:off x="9787186" y="3107055"/>
            <a:ext cx="630372" cy="5539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AA917BC3-27FA-984F-EA41-3179D5B64A04}"/>
              </a:ext>
            </a:extLst>
          </p:cNvPr>
          <p:cNvSpPr txBox="1"/>
          <p:nvPr/>
        </p:nvSpPr>
        <p:spPr>
          <a:xfrm>
            <a:off x="10521460" y="1234980"/>
            <a:ext cx="889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Latente</a:t>
            </a:r>
          </a:p>
          <a:p>
            <a:pPr algn="ctr"/>
            <a:r>
              <a:rPr lang="de-DE" sz="16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Variable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E51A8A2E-55F1-B1B5-57C1-E912B3B01F65}"/>
              </a:ext>
            </a:extLst>
          </p:cNvPr>
          <p:cNvSpPr txBox="1"/>
          <p:nvPr/>
        </p:nvSpPr>
        <p:spPr>
          <a:xfrm>
            <a:off x="10392470" y="2830060"/>
            <a:ext cx="13404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Wahrer Wert</a:t>
            </a:r>
          </a:p>
          <a:p>
            <a:pPr algn="ctr"/>
            <a:r>
              <a:rPr lang="de-DE" sz="16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Faktor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C5492248-9676-014B-8C63-E5B6A9A377B8}"/>
              </a:ext>
            </a:extLst>
          </p:cNvPr>
          <p:cNvSpPr txBox="1"/>
          <p:nvPr/>
        </p:nvSpPr>
        <p:spPr>
          <a:xfrm>
            <a:off x="542411" y="334575"/>
            <a:ext cx="26997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Empirische Perspektive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CE9D8F4B-7780-E0FA-16D5-E1980E816D98}"/>
              </a:ext>
            </a:extLst>
          </p:cNvPr>
          <p:cNvSpPr txBox="1"/>
          <p:nvPr/>
        </p:nvSpPr>
        <p:spPr>
          <a:xfrm>
            <a:off x="8519535" y="334575"/>
            <a:ext cx="3193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Modellbasierte Perspektive</a:t>
            </a:r>
          </a:p>
        </p:txBody>
      </p:sp>
      <p:pic>
        <p:nvPicPr>
          <p:cNvPr id="101" name="Grafik 100" descr="Ein Bild, das Screenshot, Quadrat, Text, Rechteck enthält.&#10;&#10;KI-generierte Inhalte können fehlerhaft sein.">
            <a:extLst>
              <a:ext uri="{FF2B5EF4-FFF2-40B4-BE49-F238E27FC236}">
                <a16:creationId xmlns:a16="http://schemas.microsoft.com/office/drawing/2014/main" id="{06A38D10-6E4C-453B-2576-7DB8648970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190" y="290289"/>
            <a:ext cx="4389661" cy="4389661"/>
          </a:xfrm>
          <a:prstGeom prst="rect">
            <a:avLst/>
          </a:prstGeom>
        </p:spPr>
      </p:pic>
      <p:sp>
        <p:nvSpPr>
          <p:cNvPr id="102" name="Textfeld 101">
            <a:extLst>
              <a:ext uri="{FF2B5EF4-FFF2-40B4-BE49-F238E27FC236}">
                <a16:creationId xmlns:a16="http://schemas.microsoft.com/office/drawing/2014/main" id="{AB3CF2EE-A75D-04C4-03E7-422CFED73F0F}"/>
              </a:ext>
            </a:extLst>
          </p:cNvPr>
          <p:cNvSpPr txBox="1"/>
          <p:nvPr/>
        </p:nvSpPr>
        <p:spPr>
          <a:xfrm>
            <a:off x="4692805" y="334575"/>
            <a:ext cx="2480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Kovarianzperspektive</a:t>
            </a:r>
            <a:endParaRPr lang="de-DE" sz="20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9FB1AFEE-6274-8968-B540-C0C446DC13EF}"/>
                  </a:ext>
                </a:extLst>
              </p:cNvPr>
              <p:cNvSpPr txBox="1"/>
              <p:nvPr/>
            </p:nvSpPr>
            <p:spPr>
              <a:xfrm>
                <a:off x="7503290" y="2112158"/>
                <a:ext cx="5722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de-DE" sz="3600" dirty="0"/>
              </a:p>
            </p:txBody>
          </p:sp>
        </mc:Choice>
        <mc:Fallback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9FB1AFEE-6274-8968-B540-C0C446DC1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290" y="2112158"/>
                <a:ext cx="572273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6D0CE0FE-787C-3474-6D3B-4A15DA3F250A}"/>
                  </a:ext>
                </a:extLst>
              </p:cNvPr>
              <p:cNvSpPr txBox="1"/>
              <p:nvPr/>
            </p:nvSpPr>
            <p:spPr>
              <a:xfrm>
                <a:off x="3144273" y="2112158"/>
                <a:ext cx="5722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de-DE" sz="3600" dirty="0"/>
              </a:p>
            </p:txBody>
          </p:sp>
        </mc:Choice>
        <mc:Fallback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6D0CE0FE-787C-3474-6D3B-4A15DA3F2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273" y="2112158"/>
                <a:ext cx="572273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982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Benutzerdefiniert</PresentationFormat>
  <Paragraphs>23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1</cp:revision>
  <dcterms:created xsi:type="dcterms:W3CDTF">2025-10-12T12:04:10Z</dcterms:created>
  <dcterms:modified xsi:type="dcterms:W3CDTF">2025-10-12T13:01:23Z</dcterms:modified>
</cp:coreProperties>
</file>